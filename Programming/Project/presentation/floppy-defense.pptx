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Разработка приложения для пакетной конвертации видеороликов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Курсовая работа</a:t>
            </a:r>
            <a:br/>
            <a:br/>
            <a:r>
              <a:rPr/>
              <a:t>Солодилов Михаил Анатольевич, БИВ253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Москва,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Тема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Floppy</a:t>
            </a:r>
            <a:r>
              <a:rPr/>
              <a:t> — настольное приложение для пакетной конвертации видеороликов в формат HEVC.</a:t>
            </a:r>
          </a:p>
          <a:p>
            <a:pPr lvl="0"/>
            <a:r>
              <a:rPr/>
              <a:t>вход: один или несколько локальных видеофайлов;</a:t>
            </a:r>
          </a:p>
          <a:p>
            <a:pPr lvl="0"/>
            <a:r>
              <a:rPr/>
              <a:t>обработка: перекодирование через FFmpeg;</a:t>
            </a:r>
          </a:p>
          <a:p>
            <a:pPr lvl="0"/>
            <a:r>
              <a:rPr/>
              <a:t>выход: файлы с суффиксом </a:t>
            </a:r>
            <a:r>
              <a:rPr>
                <a:latin typeface="Courier"/>
              </a:rPr>
              <a:t>_compressed</a:t>
            </a:r>
            <a:r>
              <a:rPr/>
              <a:t>;</a:t>
            </a:r>
          </a:p>
          <a:p>
            <a:pPr lvl="0"/>
            <a:r>
              <a:rPr/>
              <a:t>интерфейс: GTK 4, запуск без ручного ввода команд.</a:t>
            </a:r>
          </a:p>
          <a:p>
            <a:pPr lvl="0" indent="0" marL="0">
              <a:buNone/>
            </a:pPr>
            <a:r>
              <a:rPr b="1"/>
              <a:t>Вставить скриншот:</a:t>
            </a:r>
            <a:r>
              <a:rPr/>
              <a:t> главное окно приложения с выбранными файлами.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Разработать настольное приложение, которое позволяет пользователю выбирать видеоролики и перекодировать их в более эффективный формат хранения.</a:t>
            </a:r>
          </a:p>
          <a:p>
            <a:pPr lvl="0" indent="0" marL="0">
              <a:buNone/>
            </a:pPr>
            <a:r>
              <a:rPr/>
              <a:t>Ключевая идея:</a:t>
            </a:r>
          </a:p>
          <a:p>
            <a:pPr lvl="0"/>
            <a:r>
              <a:rPr/>
              <a:t>пользователь работает с графическим интерфейсом;</a:t>
            </a:r>
          </a:p>
          <a:p>
            <a:pPr lvl="0"/>
            <a:r>
              <a:rPr/>
              <a:t>приложение формирует параметры обработки;</a:t>
            </a:r>
          </a:p>
          <a:p>
            <a:pPr lvl="0"/>
            <a:r>
              <a:rPr/>
              <a:t>FFmpeg выполняет перекодирование;</a:t>
            </a:r>
          </a:p>
          <a:p>
            <a:pPr lvl="0"/>
            <a:r>
              <a:rPr/>
              <a:t>результат сохраняется рядом с исходным файлом.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Требования к приложению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Приложение должно:</a:t>
            </a:r>
          </a:p>
          <a:p>
            <a:pPr lvl="0"/>
            <a:r>
              <a:rPr/>
              <a:t>выбирать один или несколько видеофайлов;</a:t>
            </a:r>
          </a:p>
          <a:p>
            <a:pPr lvl="0"/>
            <a:r>
              <a:rPr/>
              <a:t>поддерживать перетаскивание файлов;</a:t>
            </a:r>
          </a:p>
          <a:p>
            <a:pPr lvl="0"/>
            <a:r>
              <a:rPr/>
              <a:t>настраивать качество, разрешение и FPS;</a:t>
            </a:r>
          </a:p>
          <a:p>
            <a:pPr lvl="0"/>
            <a:r>
              <a:rPr/>
              <a:t>показывать прогресс;</a:t>
            </a:r>
          </a:p>
          <a:p>
            <a:pPr lvl="0"/>
            <a:r>
              <a:rPr/>
              <a:t>копировать метаданные;</a:t>
            </a:r>
          </a:p>
          <a:p>
            <a:pPr lvl="0"/>
            <a:r>
              <a:rPr/>
              <a:t>сообщать об ошибках.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Задачи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Определить требования к приложению.</a:t>
            </a:r>
          </a:p>
          <a:p>
            <a:pPr lvl="0" indent="-342900" marL="342900">
              <a:buAutoNum type="arabicPeriod"/>
            </a:pPr>
            <a:r>
              <a:rPr/>
              <a:t>Изучить инструменты перекодирования видео.</a:t>
            </a:r>
          </a:p>
          <a:p>
            <a:pPr lvl="0" indent="-342900" marL="342900">
              <a:buAutoNum type="arabicPeriod"/>
            </a:pPr>
            <a:r>
              <a:rPr/>
              <a:t>Выбрать стек реализации.</a:t>
            </a:r>
          </a:p>
          <a:p>
            <a:pPr lvl="0" indent="-342900" marL="342900">
              <a:buAutoNum type="arabicPeriod"/>
            </a:pPr>
            <a:r>
              <a:rPr/>
              <a:t>Реализовать графический интерфейс.</a:t>
            </a:r>
          </a:p>
          <a:p>
            <a:pPr lvl="0" indent="-342900" marL="342900">
              <a:buAutoNum type="arabicPeriod"/>
            </a:pPr>
            <a:r>
              <a:rPr/>
              <a:t>Реализовать запуск FFmpeg из Python.</a:t>
            </a:r>
          </a:p>
          <a:p>
            <a:pPr lvl="0" indent="-342900" marL="342900">
              <a:buAutoNum type="arabicPeriod"/>
            </a:pPr>
            <a:r>
              <a:rPr/>
              <a:t>Добавить пакетную обработку и отображение прогресса.</a:t>
            </a:r>
          </a:p>
          <a:p>
            <a:pPr lvl="0" indent="-342900" marL="342900">
              <a:buAutoNum type="arabicPeriod"/>
            </a:pPr>
            <a:r>
              <a:rPr/>
              <a:t>Добавить копирование метаданных.</a:t>
            </a:r>
          </a:p>
          <a:p>
            <a:pPr lvl="0" indent="-342900" marL="342900">
              <a:buAutoNum type="arabicPeriod"/>
            </a:pPr>
            <a:r>
              <a:rPr/>
              <a:t>Провести тестирование основных сценариев.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Предметная область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Видеофайлы могут занимать много места при хранении архивов, записей экрана и роликов с мобильных устройств.</a:t>
            </a:r>
          </a:p>
          <a:p>
            <a:pPr lvl="0" indent="0" marL="0">
              <a:buNone/>
            </a:pPr>
            <a:r>
              <a:rPr/>
              <a:t>Решение задачи — перекодирование видео с управлением ключевыми параметрами:</a:t>
            </a:r>
          </a:p>
          <a:p>
            <a:pPr lvl="0"/>
            <a:r>
              <a:rPr/>
              <a:t>видеокодек;</a:t>
            </a:r>
          </a:p>
          <a:p>
            <a:pPr lvl="0"/>
            <a:r>
              <a:rPr/>
              <a:t>качество;</a:t>
            </a:r>
          </a:p>
          <a:p>
            <a:pPr lvl="0"/>
            <a:r>
              <a:rPr/>
              <a:t>разрешение;</a:t>
            </a:r>
          </a:p>
          <a:p>
            <a:pPr lvl="0"/>
            <a:r>
              <a:rPr/>
              <a:t>частота кадров;</a:t>
            </a:r>
          </a:p>
          <a:p>
            <a:pPr lvl="0"/>
            <a:r>
              <a:rPr/>
              <a:t>перенос метаданных.</a:t>
            </a:r>
          </a:p>
          <a:p>
            <a:pPr lvl="0" indent="0" marL="0">
              <a:buNone/>
            </a:pPr>
            <a:r>
              <a:rPr/>
              <a:t>В работе используется HEVC/H.265 как формат более эффективного хранения видео.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Анализ и выбор метода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Рассмотренные варианты:</a:t>
            </a:r>
          </a:p>
          <a:p>
            <a:pPr lvl="0"/>
            <a:r>
              <a:rPr b="1"/>
              <a:t>FFmpeg</a:t>
            </a:r>
            <a:r>
              <a:rPr/>
              <a:t> — универсальный инструмент для чтения, фильтрации и транскодирования медиафайлов;</a:t>
            </a:r>
          </a:p>
          <a:p>
            <a:pPr lvl="0"/>
            <a:r>
              <a:rPr b="1"/>
              <a:t>HandBrake</a:t>
            </a:r>
            <a:r>
              <a:rPr/>
              <a:t> — готовое графическое приложение с профилями кодирования;</a:t>
            </a:r>
          </a:p>
          <a:p>
            <a:pPr lvl="0"/>
            <a:r>
              <a:rPr b="1"/>
              <a:t>Floppy</a:t>
            </a:r>
            <a:r>
              <a:rPr/>
              <a:t> — специализированная оболочка под нужный сценарий пакетной обработки.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Обоснование выбора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Выбранный подход:</a:t>
            </a:r>
          </a:p>
          <a:p>
            <a:pPr lvl="0"/>
            <a:r>
              <a:rPr/>
              <a:t>использовать FFmpeg как движок обработки;</a:t>
            </a:r>
          </a:p>
          <a:p>
            <a:pPr lvl="0"/>
            <a:r>
              <a:rPr/>
              <a:t>не реализовывать видеокодек вручную;</a:t>
            </a:r>
          </a:p>
          <a:p>
            <a:pPr lvl="0"/>
            <a:r>
              <a:rPr/>
              <a:t>вынести типовые параметры в графический интерфейс;</a:t>
            </a:r>
          </a:p>
          <a:p>
            <a:pPr lvl="0"/>
            <a:r>
              <a:rPr/>
              <a:t>оставить пользователю только основные настройки;</a:t>
            </a:r>
          </a:p>
          <a:p>
            <a:pPr lvl="0"/>
            <a:r>
              <a:rPr/>
              <a:t>добавить пакетный сценарий под задачу курсовой.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Обоснование стека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Python</a:t>
            </a:r>
            <a:r>
              <a:rPr/>
              <a:t> — язык реализации приложения и связующей логики.</a:t>
            </a:r>
          </a:p>
          <a:p>
            <a:pPr lvl="0"/>
            <a:r>
              <a:rPr b="1"/>
              <a:t>GTK 4 + PyGObject</a:t>
            </a:r>
            <a:r>
              <a:rPr/>
              <a:t> — графический интерфейс для Linux.</a:t>
            </a:r>
          </a:p>
          <a:p>
            <a:pPr lvl="0"/>
            <a:r>
              <a:rPr b="1"/>
              <a:t>FFmpeg</a:t>
            </a:r>
            <a:r>
              <a:rPr/>
              <a:t> — непосредственное перекодирование видео.</a:t>
            </a:r>
          </a:p>
          <a:p>
            <a:pPr lvl="0"/>
            <a:r>
              <a:rPr b="1"/>
              <a:t>FFprobe</a:t>
            </a:r>
            <a:r>
              <a:rPr/>
              <a:t> — получение параметров исходного файла.</a:t>
            </a:r>
          </a:p>
          <a:p>
            <a:pPr lvl="0"/>
            <a:r>
              <a:rPr b="1"/>
              <a:t>ExifTool</a:t>
            </a:r>
            <a:r>
              <a:rPr/>
              <a:t> — перенос метаданных после перекодирования.</a:t>
            </a:r>
          </a:p>
          <a:p>
            <a:pPr lvl="0"/>
            <a:r>
              <a:rPr b="1"/>
              <a:t>python-ffmpeg</a:t>
            </a:r>
            <a:r>
              <a:rPr/>
              <a:t> — асинхронный запуск FFmpeg и получение прогресса.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Архитектура решения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Основные модули проекта:</a:t>
            </a:r>
          </a:p>
          <a:p>
            <a:pPr lvl="0"/>
            <a:r>
              <a:rPr>
                <a:latin typeface="Courier"/>
              </a:rPr>
              <a:t>app.py</a:t>
            </a:r>
            <a:r>
              <a:rPr/>
              <a:t> — окно приложения, выбор файлов, обработка действий пользователя;</a:t>
            </a:r>
          </a:p>
          <a:p>
            <a:pPr lvl="0"/>
            <a:r>
              <a:rPr>
                <a:latin typeface="Courier"/>
              </a:rPr>
              <a:t>engine.py</a:t>
            </a:r>
            <a:r>
              <a:rPr/>
              <a:t> — перекодирование одного файла;</a:t>
            </a:r>
          </a:p>
          <a:p>
            <a:pPr lvl="0"/>
            <a:r>
              <a:rPr>
                <a:latin typeface="Courier"/>
              </a:rPr>
              <a:t>utils.py</a:t>
            </a:r>
            <a:r>
              <a:rPr/>
              <a:t> — работа с FFmpeg, FFprobe, ExifTool и выбором кодировщика;</a:t>
            </a:r>
          </a:p>
          <a:p>
            <a:pPr lvl="0"/>
            <a:r>
              <a:rPr>
                <a:latin typeface="Courier"/>
              </a:rPr>
              <a:t>requirements.txt</a:t>
            </a:r>
            <a:r>
              <a:rPr/>
              <a:t> — Python-зависимости.</a:t>
            </a:r>
          </a:p>
          <a:p>
            <a:pPr lvl="0" indent="0" marL="0">
              <a:buNone/>
            </a:pPr>
            <a:r>
              <a:rPr b="1"/>
              <a:t>Вставить схему:</a:t>
            </a:r>
            <a:r>
              <a:rPr/>
              <a:t> UI → очередь файлов → FFmpeg/ExifTool → выходные файлы.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Реализованные функции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Реализовано:</a:t>
            </a:r>
          </a:p>
          <a:p>
            <a:pPr lvl="0"/>
            <a:r>
              <a:rPr/>
              <a:t>выбор одного или нескольких файлов;</a:t>
            </a:r>
          </a:p>
          <a:p>
            <a:pPr lvl="0"/>
            <a:r>
              <a:rPr/>
              <a:t>добавление файлов перетаскиванием;</a:t>
            </a:r>
          </a:p>
          <a:p>
            <a:pPr lvl="0"/>
            <a:r>
              <a:rPr/>
              <a:t>настройка качества;</a:t>
            </a:r>
          </a:p>
          <a:p>
            <a:pPr lvl="0"/>
            <a:r>
              <a:rPr/>
              <a:t>ограничение высоты выходного видео;</a:t>
            </a:r>
          </a:p>
          <a:p>
            <a:pPr lvl="0"/>
            <a:r>
              <a:rPr/>
              <a:t>ограничение частоты кадров;</a:t>
            </a:r>
          </a:p>
          <a:p>
            <a:pPr lvl="0" indent="0" marL="0">
              <a:buNone/>
            </a:pPr>
            <a:r>
              <a:rPr b="1"/>
              <a:t>Вставить скриншот:</a:t>
            </a:r>
            <a:r>
              <a:rPr/>
              <a:t> окно приложения во время обработки файла.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 обработки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Реализовано:</a:t>
            </a:r>
          </a:p>
          <a:p>
            <a:pPr lvl="0"/>
            <a:r>
              <a:rPr/>
              <a:t>автоматический выбор HEVC-кодировщика;</a:t>
            </a:r>
          </a:p>
          <a:p>
            <a:pPr lvl="0"/>
            <a:r>
              <a:rPr/>
              <a:t>последовательная обработка очереди файлов;</a:t>
            </a:r>
          </a:p>
          <a:p>
            <a:pPr lvl="0"/>
            <a:r>
              <a:rPr/>
              <a:t>отображение прогресса и статуса;</a:t>
            </a:r>
          </a:p>
          <a:p>
            <a:pPr lvl="0"/>
            <a:r>
              <a:rPr/>
              <a:t>имя результата с суффиксом </a:t>
            </a:r>
            <a:r>
              <a:rPr>
                <a:latin typeface="Courier"/>
              </a:rPr>
              <a:t>_compressed</a:t>
            </a:r>
            <a:r>
              <a:rPr/>
              <a:t>;</a:t>
            </a:r>
          </a:p>
          <a:p>
            <a:pPr lvl="0"/>
            <a:r>
              <a:rPr/>
              <a:t>копирование метаданных через FFmpeg и ExifTool.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Хронология реализации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Сформулированы требования и техническое задание.</a:t>
            </a:r>
          </a:p>
          <a:p>
            <a:pPr lvl="0" indent="-342900" marL="342900">
              <a:buAutoNum type="arabicPeriod"/>
            </a:pPr>
            <a:r>
              <a:rPr/>
              <a:t>Реализован базовый запуск FFmpeg для одного файла.</a:t>
            </a:r>
          </a:p>
          <a:p>
            <a:pPr lvl="0" indent="-342900" marL="342900">
              <a:buAutoNum type="arabicPeriod"/>
            </a:pPr>
            <a:r>
              <a:rPr/>
              <a:t>Добавлено чтение параметров исходного видео через FFprobe.</a:t>
            </a:r>
          </a:p>
          <a:p>
            <a:pPr lvl="0" indent="-342900" marL="342900">
              <a:buAutoNum type="arabicPeriod"/>
            </a:pPr>
            <a:r>
              <a:rPr/>
              <a:t>Реализован выбор доступного HEVC-кодировщика.</a:t>
            </a:r>
          </a:p>
          <a:p>
            <a:pPr lvl="0" indent="-342900" marL="342900">
              <a:buAutoNum type="arabicPeriod"/>
            </a:pPr>
            <a:r>
              <a:rPr/>
              <a:t>Создан графический интерфейс на GTK 4.</a:t>
            </a:r>
          </a:p>
          <a:p>
            <a:pPr lvl="0" indent="-342900" marL="342900">
              <a:buAutoNum type="arabicPeriod"/>
            </a:pPr>
            <a:r>
              <a:rPr/>
              <a:t>Добавлена пакетная обработка и прогресс.</a:t>
            </a:r>
          </a:p>
          <a:p>
            <a:pPr lvl="0" indent="-342900" marL="342900">
              <a:buAutoNum type="arabicPeriod"/>
            </a:pPr>
            <a:r>
              <a:rPr/>
              <a:t>Добавлено копирование метаданных.</a:t>
            </a:r>
          </a:p>
          <a:p>
            <a:pPr lvl="0" indent="-342900" marL="342900">
              <a:buAutoNum type="arabicPeriod"/>
            </a:pPr>
            <a:r>
              <a:rPr/>
              <a:t>Проведена проверка пользовательских сценариев.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Тестирование интерфейса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Проверенные сценарии:</a:t>
            </a:r>
          </a:p>
          <a:p>
            <a:pPr lvl="0"/>
            <a:r>
              <a:rPr/>
              <a:t>запуск приложения;</a:t>
            </a:r>
          </a:p>
          <a:p>
            <a:pPr lvl="0"/>
            <a:r>
              <a:rPr/>
              <a:t>выбор одного файла;</a:t>
            </a:r>
          </a:p>
          <a:p>
            <a:pPr lvl="0"/>
            <a:r>
              <a:rPr/>
              <a:t>выбор нескольких файлов;</a:t>
            </a:r>
          </a:p>
          <a:p>
            <a:pPr lvl="0"/>
            <a:r>
              <a:rPr/>
              <a:t>добавление файлов перетаскиванием;</a:t>
            </a:r>
          </a:p>
          <a:p>
            <a:pPr lvl="0"/>
            <a:r>
              <a:rPr/>
              <a:t>передача параметра качества;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Тестирование обработки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Проверенные сценарии:</a:t>
            </a:r>
          </a:p>
          <a:p>
            <a:pPr lvl="0"/>
            <a:r>
              <a:rPr/>
              <a:t>ограничение разрешения;</a:t>
            </a:r>
          </a:p>
          <a:p>
            <a:pPr lvl="0"/>
            <a:r>
              <a:rPr/>
              <a:t>ограничение частоты кадров;</a:t>
            </a:r>
          </a:p>
          <a:p>
            <a:pPr lvl="0"/>
            <a:r>
              <a:rPr/>
              <a:t>копирование метаданных;</a:t>
            </a:r>
          </a:p>
          <a:p>
            <a:pPr lvl="0"/>
            <a:r>
              <a:rPr/>
              <a:t>обработка ошибки FFmpeg или отсутствующей зависимости.</a:t>
            </a:r>
          </a:p>
          <a:p>
            <a:pPr lvl="0" indent="0" marL="0">
              <a:buNone/>
            </a:pPr>
            <a:r>
              <a:rPr/>
              <a:t>Результат: основные функциональные требования выполнены.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Демонстрация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План демонстрации:</a:t>
            </a:r>
          </a:p>
          <a:p>
            <a:pPr lvl="0" indent="-342900" marL="342900">
              <a:buAutoNum type="arabicPeriod"/>
            </a:pPr>
            <a:r>
              <a:rPr/>
              <a:t>Запустить приложение.</a:t>
            </a:r>
          </a:p>
          <a:p>
            <a:pPr lvl="0" indent="-342900" marL="342900">
              <a:buAutoNum type="arabicPeriod"/>
            </a:pPr>
            <a:r>
              <a:rPr/>
              <a:t>Добавить несколько видеофайлов.</a:t>
            </a:r>
          </a:p>
          <a:p>
            <a:pPr lvl="0" indent="-342900" marL="342900">
              <a:buAutoNum type="arabicPeriod"/>
            </a:pPr>
            <a:r>
              <a:rPr/>
              <a:t>Показать настройки качества, разрешения, FPS и Copy metadata.</a:t>
            </a:r>
          </a:p>
          <a:p>
            <a:pPr lvl="0" indent="-342900" marL="342900">
              <a:buAutoNum type="arabicPeriod"/>
            </a:pPr>
            <a:r>
              <a:rPr/>
              <a:t>Запустить перекодирование.</a:t>
            </a:r>
          </a:p>
          <a:p>
            <a:pPr lvl="0" indent="-342900" marL="342900">
              <a:buAutoNum type="arabicPeriod"/>
            </a:pPr>
            <a:r>
              <a:rPr/>
              <a:t>Показать прогресс.</a:t>
            </a:r>
          </a:p>
          <a:p>
            <a:pPr lvl="0" indent="-342900" marL="342900">
              <a:buAutoNum type="arabicPeriod"/>
            </a:pPr>
            <a:r>
              <a:rPr/>
              <a:t>Показать выходной файл с суффиксом </a:t>
            </a:r>
            <a:r>
              <a:rPr>
                <a:latin typeface="Courier"/>
              </a:rPr>
              <a:t>_compressed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Вставить скриншот:</a:t>
            </a:r>
            <a:r>
              <a:rPr/>
              <a:t> папка с исходным и выходным файлом.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результате работы разработано приложение Floppy для пакетной конвертации видеороликов.</a:t>
            </a:r>
          </a:p>
          <a:p>
            <a:pPr lvl="0" indent="0" marL="0">
              <a:buNone/>
            </a:pPr>
            <a:r>
              <a:rPr/>
              <a:t>Итоги:</a:t>
            </a:r>
          </a:p>
          <a:p>
            <a:pPr lvl="0"/>
            <a:r>
              <a:rPr/>
              <a:t>реализован графический интерфейс;</a:t>
            </a:r>
          </a:p>
          <a:p>
            <a:pPr lvl="0"/>
            <a:r>
              <a:rPr/>
              <a:t>перекодирование выполняется через FFmpeg;</a:t>
            </a:r>
          </a:p>
          <a:p>
            <a:pPr lvl="0"/>
            <a:r>
              <a:rPr/>
              <a:t>поддержана пакетная обработка;</a:t>
            </a:r>
          </a:p>
          <a:p>
            <a:pPr lvl="0"/>
            <a:r>
              <a:rPr/>
              <a:t>добавлены настройки качества, разрешения и FPS;</a:t>
            </a:r>
          </a:p>
          <a:p>
            <a:pPr lvl="0"/>
            <a:r>
              <a:rPr/>
              <a:t>реализовано копирование метаданных;</a:t>
            </a:r>
          </a:p>
          <a:p>
            <a:pPr lvl="0"/>
            <a:r>
              <a:rPr/>
              <a:t>добавлена обработка ошибок и отображение прогресса.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Возможное развитие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Дальше можно добавить:</a:t>
            </a:r>
          </a:p>
          <a:p>
            <a:pPr lvl="0"/>
            <a:r>
              <a:rPr/>
              <a:t>выбор папки результата;</a:t>
            </a:r>
          </a:p>
          <a:p>
            <a:pPr lvl="0"/>
            <a:r>
              <a:rPr/>
              <a:t>журнал выполненных операций;</a:t>
            </a:r>
          </a:p>
          <a:p>
            <a:pPr lvl="0"/>
            <a:r>
              <a:rPr/>
              <a:t>отмену текущей обработки;</a:t>
            </a:r>
          </a:p>
          <a:p>
            <a:pPr lvl="0"/>
            <a:r>
              <a:rPr/>
              <a:t>предварительную оценку размера файла;</a:t>
            </a:r>
          </a:p>
          <a:p>
            <a:pPr lvl="0"/>
            <a:r>
              <a:rPr/>
              <a:t>более подробные сообщения об ошибках.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Вопросы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Спасибо за внимание.</a:t>
            </a:r>
          </a:p>
          <a:p>
            <a:pPr lvl="0" indent="0" marL="0">
              <a:buNone/>
            </a:pPr>
            <a:r>
              <a:rPr/>
              <a:t>Готов ответить на вопросы.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приложения для пакетной конвертации видеороликов</dc:title>
  <dc:creator>Солодилов Михаил Анатольевич, БИВ253</dc:creator>
  <cp:keywords/>
  <dcterms:created xsi:type="dcterms:W3CDTF">2026-05-20T20:45:04Z</dcterms:created>
  <dcterms:modified xsi:type="dcterms:W3CDTF">2026-05-20T20:45:04Z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Москва, 2026</vt:lpwstr>
  </property>
  <property fmtid="{D5CDD505-2E9C-101B-9397-08002B2CF9AE}" pid="3" name="subtitle">
    <vt:lpwstr>Курсовая работа</vt:lpwstr>
  </property>
</Properties>
</file>